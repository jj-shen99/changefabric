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Dashboard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3840480"/>
            <a:ext cx="27432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Architecture, Scoring Methodology &amp; Live Demo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  |  GCS Engineering  |  v1.4.0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Goals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2103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468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ServiceNow to Dashboard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2834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4-Layer Scoring Framework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3200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&amp; Dimension Scoring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5661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35661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 Engine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9319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3931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&amp; ML Feature Impact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29768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2976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 Templates &amp; Workflow Engine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466344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Multi-Tenancy &amp; Admin Features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50292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Deployment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53949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5394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1520" y="57607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63040" y="5760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Next Steps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Change 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requests in ServiceNow lack automated risk scoring — teams rely on subjective assessment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45920" y="2468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Plan Quality Metrics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2788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backout, and test plans are not quantitatively measured for completeness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645920" y="34290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Spot on Code Risk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3749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Git-level code changes aren't correlated with change request risk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434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64592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Release Decisions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4592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Go/no-go decisions for releases lack data-driven confidence scoring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530352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45920" y="5349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Unified Dashboard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45920" y="5669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impact, velocity, and health data scattered across multiple tools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GCS Change &amp; Release Management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KPIs, risk gauges, deployment frequency — auto-refreshes every 30s via SWR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(4 Tabs)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· Plan Analysis · ML Analysis · Code Change Analysis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Integration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all 90+ change_request fields, paginated sync, upsert to local DB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Scoring Engines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scoring, plan readiness, NLP content analysis, code risk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91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Suite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634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Analysis · Velocity · DORA Metrics · Change Health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+ Auth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210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/ Manager roles, per-user data isolation, JWT sessions, role-gated UI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architecture of the full-stack application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5029200" cy="2286000"/>
          </a:xfrm>
          <a:prstGeom prst="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— Client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91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Pages (App Router)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Cache (30s refresh)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42316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4231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Visualizations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278892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788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 Client Session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1188720"/>
            <a:ext cx="5029200" cy="2286000"/>
          </a:xfrm>
          <a:prstGeom prst="rect">
            <a:avLst>
              <a:gd name="adj" fmla="val 6000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Server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1691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Routes (/api/*)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205740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Middleware (JWT)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242316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4231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278892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788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Analysis Engines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77840" y="2103120"/>
            <a:ext cx="73152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/ JWT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828800" y="3931920"/>
            <a:ext cx="8229600" cy="2011680"/>
          </a:xfrm>
          <a:prstGeom prst="rect">
            <a:avLst>
              <a:gd name="adj" fmla="val 6818"/>
            </a:avLst>
          </a:prstGeom>
          <a:solidFill>
            <a:srgbClr val="FEFCE8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3977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28600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(Prisma ORM)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Models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0352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fields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2104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/ GitLab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History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Diffs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91840" y="3520440"/>
            <a:ext cx="36576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5" name="Shape 33"/>
          <p:cNvSpPr/>
          <p:nvPr/>
        </p:nvSpPr>
        <p:spPr>
          <a:xfrm>
            <a:off x="8778240" y="3520440"/>
            <a:ext cx="36576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Router, SSR + CSR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components + hooks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 3.4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Utility-first styling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3.x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charts &amp; radars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 React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 library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2.x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961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fetching + caching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9768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9768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16A3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RESTful endpoints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Credentials provider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 6.x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Type-safe DB access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bcryptjs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hashing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Analysis Engine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pattern matching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13816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816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816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813816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Infra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41248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1248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(swappable to PG/MySQL)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1248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REST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41248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 sync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Enterprise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41248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analysis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Jest + RTL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41248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unit tests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41248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 + Prettier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41248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ServiceNow to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fields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/api/sync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Paginated fetch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Auth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00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66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loop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number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or CREATE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52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72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1" name="Text 29"/>
          <p:cNvSpPr/>
          <p:nvPr/>
        </p:nvSpPr>
        <p:spPr>
          <a:xfrm>
            <a:off x="9418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601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601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34" name="Shape 32"/>
          <p:cNvSpPr/>
          <p:nvPr/>
        </p:nvSpPr>
        <p:spPr>
          <a:xfrm>
            <a:off x="9601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738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cache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 refresh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UI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Framework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4-layer scoring methodology for comprehensive change risk assessment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4-Layer Scoring Framework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(SN_field × weight)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Impact, Urgency, Priority,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Scope — weighted 0–100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Dimension Score (0–100)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4612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24612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(plan_quality × weight)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Backout, Test,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Analysis, Change, Justification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2044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Readiness Score (0–100)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Struct×25% + Comp×30%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Clarity×25% + Risk×20%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structure, completeness,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clarity, risk awareness scoring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ML Quality Score (0–100)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00684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EA580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0684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00684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4400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8972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risk + Churn +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8972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analysis, file type risk,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heatmap, feature impact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28116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928116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Code Risk Score (0–100)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669280"/>
            <a:ext cx="8229600" cy="457200"/>
          </a:xfrm>
          <a:prstGeom prst="rect">
            <a:avLst>
              <a:gd name="adj" fmla="val 1600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Composite Risk Assessment  →  Go / No-Go Decision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&amp; Dimension Scoring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Score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= Σ (plan_quality × weight)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17320" y="24048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deploy, configure, verify, pre/post-check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17320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Backout Plan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17320" y="30449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revert, rollback, restore, snapshot, recovery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17320" y="3429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17320" y="368503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smoke, regression, integration, coverage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17320" y="4069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Risk/Impact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432511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mitigation, contingency, severity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417320" y="4709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Plan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496519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strategy, approval, schedule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" y="534924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5349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17320" y="56052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value, compliance, improvement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Score (Impact)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 = Σ (SN_field_score × weight)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214884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78040" y="2148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78040" y="240487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High→95, High→75, Moderate→50, Low→25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278892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78040" y="2788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78040" y="304495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1-High→85, 2-Medium→55, 3-Low→25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92240" y="342900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178040" y="3429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78040" y="368503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1-High→85, 2-Medium→55, 3-Low→25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92240" y="406908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78040" y="40690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78040" y="432511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1-Critical→95, 2-High→75, 3-Moderate→50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92240" y="470916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78040" y="47091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78040" y="496519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Emergency→90, Normal→50, Standard→25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492240" y="534924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78040" y="53492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78040" y="560527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Large→80, Medium→50, Small→25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 Engine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 Quality = Structure × 25%  +  Completeness × 30%  +  Clarity × 25%  +  Risk Awareness × 20%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(25%)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(+25)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lines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lines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 checks (+15)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 (30%)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element checklist (+8 ea)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Pre-impl checks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Post-impl validation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Timeline/schedule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contacts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(25%)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words/line &lt; 25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words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(+20)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handling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total words (+10)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0684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22" name="Shape 20"/>
          <p:cNvSpPr/>
          <p:nvPr/>
        </p:nvSpPr>
        <p:spPr>
          <a:xfrm>
            <a:off x="900684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900684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Awareness (20%)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8972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Rollback/revert refs (+20)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keywords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acknowledgment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steps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mentions (+15)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≥65: Approve 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4612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324612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45–64: Conditions ⚠️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EA580C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25–44: Rework 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0684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900684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&lt;25: Reject 🛑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&amp; ML Feature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Analysis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Commit risk scoring (file count, churn, patterns)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File type risk breakdown (bar chart)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61518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Commit message pattern classification (12 categories)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05409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Cumulative risk trend (area chart)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93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Directory risk heatmap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Author activity heatmap (day-of-week grid)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3708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Repository risk profile radar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File hotspot map (visual treemap)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524865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 Code Change Insights (automated synthesis)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Feature Impact  (NEW)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14 application feature categories auto-detected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0" y="21488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Feature impact bar chart + radar chart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2560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Per-feature detail cards (files, churn, commits)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Impact scoring: risk × 30% + churn × 30%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commits × 20% + file spread × 20%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Severity classification: Critical / High / Medium / 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Feature categories include: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4617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Auth · API · Database · UI · Pages · Config/Infra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5029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Testing · Middleware · Styling · Utils · Security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Monitoring · Caching · Notifications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&amp; Performance Detection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Concerns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🔴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51560" y="17373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schema migration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80560" y="1755648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Secrets/env config change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0" y="2093976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241401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51560" y="241401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change / deprecation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80560" y="2432304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275234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🗄️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51560" y="27523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Destructive DB operation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2770632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09067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🌐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" y="30906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Network/routing/LB change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80560" y="3108960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42900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" y="34290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DNS/TLS/certificate change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80560" y="3447288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🐳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" y="376732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Infrastructure/deployment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0560" y="3785616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410565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↩️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" y="410565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Rollback/revert detected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80560" y="4123944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444398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⚙️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1560" y="444398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job/worker mod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80560" y="4462272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🔄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51560" y="4782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Concurrency control change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480560" y="4800600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512064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" y="512064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code volume (&gt;2k lines)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80560" y="5138928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54589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51560" y="54589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Single-author concentration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80560" y="5477256"/>
            <a:ext cx="822960" cy="228600"/>
          </a:xfrm>
          <a:prstGeom prst="rect">
            <a:avLst>
              <a:gd name="adj" fmla="val 16000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Impact Analysis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583680" y="17373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Query Optimization (N+1, loading strategy)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20756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Caching Strategy (TTL, invalidation)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83680" y="241401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Indexing (compound, unique)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83680" y="275234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 Pagination (batch, cursor, offset)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83680" y="309067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Async Processing (Promise chains, concurrency)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58368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Media/Asset Handling (upload, stream, blob)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83680" y="376732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Real-time Communication (WebSocket, SSE)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583680" y="410565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Memory Management (heap, buffer, GC)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583680" y="444398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Algorithmic Complexity (loops, recursion)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83680" y="478231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Bundle Size (code splitting, lazy imports)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583680" y="51206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Rate Limiting (throttle, debounce)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83680" y="545896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Connection Pooling (pool size, max conn)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400800" y="5760720"/>
            <a:ext cx="5029200" cy="320040"/>
          </a:xfrm>
          <a:prstGeom prst="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0" y="5760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AI Performance Intelligence — automated risk synthesis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Advanced Pages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change failure rate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Failure by team bar chart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Service risk ranking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Rollback intelligence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Root cause analysis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Failure Intelligence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velocity table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Category breakdown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efficiency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efficiency radar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throughput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 window analysis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Velocity Intelligence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Trends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metrics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score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Validation pass rate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Lead time breakdown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MTTR trend chart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SLA compliance dashboard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Performance tiers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00684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0068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Health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8972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Health score formula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performance radar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risk ranking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health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Risk-velocity quadrant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Improvement actions (P1-P3)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Health Intelligence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Role-Based Access Control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Page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Password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validation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68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16A34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880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Provider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bcrypt.compare()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Token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 TTL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id, email, name, role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DC2626"/>
          </a:solidFill>
          <a:ln/>
        </p:spPr>
      </p:sp>
      <p:sp>
        <p:nvSpPr>
          <p:cNvPr id="24" name="Shape 22"/>
          <p:cNvSpPr/>
          <p:nvPr/>
        </p:nvSpPr>
        <p:spPr>
          <a:xfrm>
            <a:off x="77724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095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routes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 to /login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840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0584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584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7C3AED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584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955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useSession() hook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role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Permissions Matrix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31520" y="3794760"/>
            <a:ext cx="50292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60720" y="3794760"/>
            <a:ext cx="18288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Text 35"/>
          <p:cNvSpPr/>
          <p:nvPr/>
        </p:nvSpPr>
        <p:spPr>
          <a:xfrm>
            <a:off x="5760720" y="3794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18288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9520" y="3794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ALL change requests &amp; analyses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60720" y="416052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589520" y="416052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895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only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1520" y="4480560"/>
            <a:ext cx="50292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80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dashboard &amp; analytics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60720" y="448056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60720" y="4480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89520" y="448056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89520" y="4480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" y="480060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800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Create/edit change requests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760720" y="480060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0" y="4800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589520" y="480060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89520" y="4800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31520" y="5120640"/>
            <a:ext cx="50292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120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from ServiceNow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0720" y="512064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0720" y="5120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589520" y="512064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589520" y="5120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Save/view analysis reports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760720" y="544068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60720" y="5440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589520" y="544068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589520" y="5440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only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31520" y="5760720"/>
            <a:ext cx="50292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1520" y="5760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integrations (credentials)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760720" y="576072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760720" y="5760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89520" y="576072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589520" y="5760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only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31520" y="608076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" y="6080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users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760720" y="608076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760720" y="6080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589520" y="608076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589520" y="6080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 of key dashboard features and analysis capabilities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Walkthrough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Dashboard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cards, risk gauges, deployment frequency chart,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change requests, status/risk/category distributions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1188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38528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9385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Requests + ServiceNow Sync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2311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Data from ServiceNow, search/filter CRs,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90+ fields per CR, CRUD operations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0" y="19385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688336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883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Plan Analysis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298094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CR → Plan readiness scoring, dimension weights,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chart, plan content viewer with risk highlighting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268833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4381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ML 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7307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ML analysis on a CR → Structure/Completeness/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Clarity/Risk Awareness scores, recommendations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0" y="343814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4187952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879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+ ML Feature Impact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repo URL → Git risk analysis, feature impact radar,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concerns, performance insights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0" y="418795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4937760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937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— Failure + Velocity + Health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52303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root cause, team velocity radar, DORA metrics,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health quadrant, AI intelligence summaries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58400" y="4937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5687568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371600" y="56875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+ User Management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71600" y="59801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as Admin vs Manager, per-user data isolation,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 page, dark mode toggle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58400" y="56875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1520" y="5852160"/>
            <a:ext cx="1051560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989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demo time: ~15 minutes  |  URL: http://localhost:3600  |  Admin: admin@servicenow.com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16A34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Current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ServiceNow integration (90+ fields)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4-layer impact scoring framework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ML content analysis engine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25+ detailed CR templates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Multi-tenancy &amp; org management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Docker deployment scripts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937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450+ unit tests + architecture docs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6052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052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Q2 2026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Automated SN sync (webhook/cron)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Email notifications for high-risk CRs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Custom scoring weight presets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Exportable reports (PDF/Excel)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E2E tests with Playwright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Kubernetes Helm charts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5528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95528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95528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Q3 2026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8388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LLM-powered plan quality analysis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Predictive risk modeling (ML)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1838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Multi-instance SN support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18388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Release approval workflow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8388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Slack/Teams integration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8388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Audit trail &amp; compliance reports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914400" y="3291840"/>
            <a:ext cx="2286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http://localhost:3600  |  admin@servicenow.com / admin123!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GCS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GCS Change &amp; Release Management Dashboard</dc:title>
  <dc:subject>Framework Architecture &amp; Demo</dc:subject>
  <dc:creator>GCS Engineering</dc:creator>
  <cp:lastModifiedBy>GCS Engineering</cp:lastModifiedBy>
  <cp:revision>1</cp:revision>
  <dcterms:created xsi:type="dcterms:W3CDTF">2026-05-15T15:41:16Z</dcterms:created>
  <dcterms:modified xsi:type="dcterms:W3CDTF">2026-05-15T15:41:16Z</dcterms:modified>
</cp:coreProperties>
</file>