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58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48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Dashboard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3840480"/>
            <a:ext cx="27432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Architecture, Scoring Methodology &amp; Live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GCS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Goals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103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ServiceNow to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— 4-Layer Scoring Framework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Readiness &amp; Dimension Scoring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566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Content Analysis Engine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931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 Analysis &amp; ML Feature Impact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297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Outage &amp; Performance Detection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Advanced Pages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029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Role-Based Access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5394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760720"/>
            <a:ext cx="54864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63040" y="5760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Change 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requests in ServiceNow lack automated risk scoring — teams rely on subjective assessment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10515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 Quality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788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backout, and test plans are not quantitatively measured for completeness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429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Spot on Code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Git-level code changes aren't correlated with change request risk 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0515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Release Decisions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 decisions for releases lack data-driven confidence scoring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impact, velocity, and health data scattered across multiple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GCS Change &amp; Release Management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risk gauges, deployment frequency — auto-refreshes every 30s via SWR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38328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(4 Tabs)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· Plan Analysis · ML Analysis · Code Change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Integration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1945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all 90+ change_request fields, paginated sync, upsert to local 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38328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Scoring Engines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scoring, plan readiness, NLP content analysis, code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3931920"/>
            <a:ext cx="3383280" cy="5486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Suite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Analysis · Velocity · DORA Metrics · Change Health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3832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3832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Auth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Manager / Viewer roles, JWT sessions, role-gated UI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 of the full-stack application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2286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—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Pages (App Router)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Cache (30s refresh)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Visualizations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78892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NextAuth.js Client Session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69164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16916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(/api/*)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05740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20574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Middleware (JWT)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42316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24231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788920"/>
            <a:ext cx="4389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Analysis Engines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103120"/>
            <a:ext cx="73152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JWT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0" y="3931920"/>
            <a:ext cx="8229600" cy="2011680"/>
          </a:xfrm>
          <a:prstGeom prst="rect">
            <a:avLst/>
          </a:prstGeom>
          <a:solidFill>
            <a:srgbClr val="FEFCE8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0" y="3977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0" y="4480560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0" y="4480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(Prisma ORM)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4480560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0" y="4480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change_request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fields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21040" y="4480560"/>
            <a:ext cx="2286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21040" y="44805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GitLab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History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Diffs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520440"/>
            <a:ext cx="36576" cy="4114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78240" y="3520440"/>
            <a:ext cx="36576" cy="41148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56616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56616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Router, SSR + CSR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components + hooks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3.4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 styling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3.x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 &amp; radars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184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library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2.x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961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fetching + caching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1097280"/>
            <a:ext cx="356616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097280"/>
            <a:ext cx="356616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1508760"/>
            <a:ext cx="356616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075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endpoints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NextAuth.js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Credentials provider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 6.x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DB access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4407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Analysis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5184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pattern matching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1097280"/>
            <a:ext cx="3566160" cy="5303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138160" y="1097280"/>
            <a:ext cx="356616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138160" y="1508760"/>
            <a:ext cx="3566160" cy="914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138160" y="10972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Infra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41248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20756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(swappable to PG/MySQL)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REST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12480" y="2852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change_request sync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Enterprise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3630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analysis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0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+ RTL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412480" y="4407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unit tests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+ Prettier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5184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— ServiceNow to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01168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change_request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fields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338328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201168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0" y="2011680"/>
            <a:ext cx="201168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0" y="2377440"/>
            <a:ext cx="201168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/api/sync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Paginated fetch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38328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01168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2011680"/>
            <a:ext cx="201168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2377440"/>
            <a:ext cx="201168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 CREATE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338328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0" y="201168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0" y="2011680"/>
            <a:ext cx="201168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0" y="2377440"/>
            <a:ext cx="201168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5236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ChangeRequest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38328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18320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01200" y="201168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601200" y="2011680"/>
            <a:ext cx="201168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01200" y="2377440"/>
            <a:ext cx="201168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73836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refresh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Framework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scoring methodology for comprehensive change risk assessment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— 4-Layer Scoring Framework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Scoring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46888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(SN_field × weight)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Impact, Urgency, Priority,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Scope — weighted 0–100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21945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Dimension Score (0–100)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6459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Readiness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1920240"/>
            <a:ext cx="246888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2900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(plan_quality × weight)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Backout, Test,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Analysis, Change, Justification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4389120"/>
            <a:ext cx="219456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044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Readiness Score (0–100)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18872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6459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Content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246888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Struct×25% + Comp×30%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Clarity×25% + Risk×20%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structure, completeness,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clarity, risk awareness scoring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389120"/>
            <a:ext cx="219456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ML Quality Score (0–100)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1188720"/>
            <a:ext cx="2743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D0D0D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06840" y="1188720"/>
            <a:ext cx="2743200" cy="5486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06840" y="16459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06840" y="1188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0" y="1920240"/>
            <a:ext cx="246888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89720" y="19659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risk + Churn + Patterns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89720" y="2834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analysis, file type risk,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heatmap, feature impact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81160" y="4389120"/>
            <a:ext cx="2194560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81160" y="4389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Risk Score (0–100)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Composite Risk Assessment  →  Go / No-Go Decision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Readiness &amp; Dimension Scoring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Readiness Score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= Σ (plan_quality × weight)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4048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deploy, configure, verify, pre/post-check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Backout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0449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revert, rollback, restore, snapshot, recovery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smoke, regression, integration, coverage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Risk/Impact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325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mitigation, contingency, severity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4709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49651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strategy, approval, schedule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5349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56052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value, compliance, improvement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Score (Impact)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 = Σ (SN_field_score × weight)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14884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78040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24048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High→95, High→75, Moderate→50, Low→25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278892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2788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30449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1-High→85, 2-Medium→55, 3-Low→25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342900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780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36850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1-High→85, 2-Medium→55, 3-Low→25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92240" y="406908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43251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1-Critical→95, 2-High→75, 3-Moderate→50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92240" y="470916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78040" y="4709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49651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Emergency→90, Normal→50, Standard→25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92240" y="5349240"/>
            <a:ext cx="54864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5349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78040" y="5605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Large→80, Medium→50, Small→25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Content Analysis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Quality = Structure × 25%  +  Completeness × 30%  +  Clarity × 25%  +  Risk Awareness × 20%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(25%)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(+25)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points (+15)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lines (+10)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lines (+10)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 checks (+15)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74320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21031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(30%)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element checklist (+8 ea)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Pre-impl checks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Post-impl validation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Timeline/schedule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contacts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steps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74320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(25%)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words/line &lt; 25 (+15)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words (+15)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(+20)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handling (+10)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total words (+10)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06840" y="173736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06840" y="173736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06840" y="210312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0684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Awareness (20%)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9720" y="233172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Rollback/revert refs (+20)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keywords (+15)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acknowledgment (+10)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steps (+15)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mentions (+15)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669280"/>
            <a:ext cx="2743200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5669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≥65: Approve 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5669280"/>
            <a:ext cx="274320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46120" y="5669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45–64: Conditions ⚠️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5669280"/>
            <a:ext cx="2743200" cy="4114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5669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25–44: Rework 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06840" y="5669280"/>
            <a:ext cx="274320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06840" y="5669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&lt;25: Reject 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 Analysis &amp; ML Feature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Commit risk scoring (file count, churn, patterns)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762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 type risk breakdown (bar chart)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Commit message pattern classification (12 categories)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540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Cumulative risk trend (area chart)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93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Directory risk heatmap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Author activity heatmap (day-of-week grid)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3708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Repository risk profile radar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8097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 hotspot map (visual treemap)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2486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Code Change Insights (automated synthesis)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Feature Impact  (NEW)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14 application feature categories auto-detected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 impact bar chart + radar chart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560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Per-feature detail cards (files, churn, commits)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Impact scoring: risk × 30% + churn × 30%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commits × 20% + file spread × 20%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Severity classification: Critical / High / Medium / 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 categories include: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Auth · API · Database · UI · Pages · Config/Infra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Testing · Middleware · Styling · Utils · Security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Monitoring · Caching · Notifications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Outage &amp; Performance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Outage Concerns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🔴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migration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0" y="1755648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075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Secrets/env config change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2093976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41401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4140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change / deprecation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432304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75234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🗄️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752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DB operation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2770632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09067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Network/routing/LB change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3108960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4290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DNS/TLS/certificate 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447288"/>
            <a:ext cx="822960" cy="22860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🐳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767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Infrastructure/deployment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3785616"/>
            <a:ext cx="82296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105656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↩️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41056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Rollback/revert detected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4123944"/>
            <a:ext cx="82296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" y="4443984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⚙️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44439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job/worker mod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0" y="4462272"/>
            <a:ext cx="82296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478231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782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control change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80560" y="4800600"/>
            <a:ext cx="82296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" y="51206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" y="51206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code volume (&gt;2k lines)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5138928"/>
            <a:ext cx="822960" cy="22860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5458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51560" y="54589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Single-author concentration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5477256"/>
            <a:ext cx="822960" cy="22860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Impact Analysis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83680" y="1737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Query Optimization (N+1, loading strategy)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83680" y="20756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Caching Strategy (TTL, invalidation)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0" y="24140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Database Indexing (compound, unique)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83680" y="27523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Pagination (batch, cursor, offset)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30906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Async Processing (Promise chains, concurrency)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83680" y="34290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Media/Asset Handling (upload, stream, blob)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83680" y="37673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Communication (WebSocket, SSE)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41056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Memory Management (heap, buffer, GC)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83680" y="44439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Algorithmic Complexity (loops, recursion)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47823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Bundle Size (code splitting, lazy imports)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51206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Rate Limiting (throttle, debounce)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83680" y="54589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Connection Pooling (pool size, max conn)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5760720"/>
            <a:ext cx="5029200" cy="3200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00800" y="5760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 Performance Intelligence — automated risk synthesis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Advanced Pages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DORA change failure rate KPIs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Failure by team bar chart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risk ranking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Rollback intelligence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Root cause analysis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Failure Intelligence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velocity 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breakdown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Approval efficiency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efficiency radar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throughput trend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 window analysis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Velocity Intelligence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Trends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DORA metrics KPIs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score trend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 pass rate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time breakdown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MTTR trend chart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SLA compliance dashboard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DORA Performance tiers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06840" y="1188720"/>
            <a:ext cx="274320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06840" y="118872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06840" y="1554480"/>
            <a:ext cx="2743200" cy="137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0684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Health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1828800"/>
            <a:ext cx="2377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Health score formula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performance radar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risk ranking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health trend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Risk-velocity quadrant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Improvement actions (P1-P3)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Health Intelligence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Role-Based Access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01168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188720"/>
            <a:ext cx="2011680" cy="4114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0" y="1508760"/>
            <a:ext cx="201168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Provider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bcrypt.compare()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0" y="1508760"/>
            <a:ext cx="201168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TTL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email, name, role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0" y="1188720"/>
            <a:ext cx="2011680" cy="411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0" y="1508760"/>
            <a:ext cx="201168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to /login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0" y="118872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58400" y="1188720"/>
            <a:ext cx="20116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058400" y="1508760"/>
            <a:ext cx="201168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58400" y="1188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95560" y="1691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useSession() hook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Permissions Matrix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1520" y="3794760"/>
            <a:ext cx="41148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794760"/>
            <a:ext cx="13716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794760"/>
            <a:ext cx="13716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3794760"/>
            <a:ext cx="137160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95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4160520"/>
            <a:ext cx="41148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dashboard &amp; analytics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416052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416052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1792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416052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8952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4480560"/>
            <a:ext cx="41148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change requests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448056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448056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89520" y="448056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89520" y="4480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1520" y="4800600"/>
            <a:ext cx="41148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152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Create/edit change requests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46320" y="480060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46320" y="4800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480060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217920" y="4800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89520" y="480060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89520" y="4800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1520" y="5120640"/>
            <a:ext cx="41148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31520" y="5120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change requests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846320" y="512064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463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512064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2179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89520" y="512064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589520" y="5120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31520" y="5440680"/>
            <a:ext cx="41148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31520" y="5440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ServiceNow sync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846320" y="544068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4632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544068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21792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589520" y="544068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58952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1520" y="5760720"/>
            <a:ext cx="41148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31520" y="5760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dashboard settings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846320" y="576072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84632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576072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21792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589520" y="5760720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589520" y="5760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31520" y="6080760"/>
            <a:ext cx="41148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31520" y="6080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users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846320" y="608076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4846320" y="6080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6217920" y="608076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217920" y="6080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589520" y="6080760"/>
            <a:ext cx="1371600" cy="32004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589520" y="6080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320040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of key dashboard features and analysis capabilities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cards, risk gauges, deployment frequency chart,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change requests, status/risk/category distributions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Requests + ServiceNow Sync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Data from ServiceNow, search/filter CRs,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90+ fields per CR, CRUD operations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0" y="19385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88336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— Plan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9809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CR → Plan readiness scoring, dimension weights,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chart, plan content viewer with risk highlighting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0" y="268833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381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— ML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ML analysis on a CR → Structure/Completeness/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Clarity/Risk Awareness scores, recommendations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0" y="34381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87952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87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 Analysis + ML Feature Impact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repo URL → Git risk analysis, feature impact radar,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outage concerns, performance insights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41879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— Failure + Velocity + Health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root cause, team velocity radar, DORA metrics,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health quadrant, AI intelligence summaries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687568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5687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+ User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59801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as Admin vs Viewer, role-gated sidebar,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 page, dark mode toggle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0" y="5687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852160"/>
            <a:ext cx="10515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demo time: ~15 minutes  |  URL: http://localhost:3600  |  Admin: admin@company.com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137160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5029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56616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Current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ServiceNow integration (90+ fields)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4-layer impact scoring framework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ML content analysis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Code change analysis + feature impact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Production outage &amp; performance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Analytics suite (4 tabs)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RBAC with 3 roles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18872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118872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60520" y="1600200"/>
            <a:ext cx="356616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6052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April 2026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PostgreSQL production database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Automated SN sync (webhook/cron)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Custom scoring weight presets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Exportable reports (PDF/Excel)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E2E tests with Playwright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1188720"/>
            <a:ext cx="3566160" cy="4937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D0D0D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5280" y="1188720"/>
            <a:ext cx="356616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55280" y="1600200"/>
            <a:ext cx="3566160" cy="1097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May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8388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LLM-powered plan quality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183880" y="2423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Predictive risk modeling (ML)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838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Multi-instance SN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8388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Slack/Teams integration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38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Audit trail &amp; compliance reports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2286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Change &amp; Release Management Dashboard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2231</Words>
  <Application>Microsoft Macintosh PowerPoint</Application>
  <PresentationFormat>Widescreen</PresentationFormat>
  <Paragraphs>526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 Change &amp; Release Management Dashboard</dc:title>
  <dc:subject>Framework Architecture &amp; Demo</dc:subject>
  <dc:creator>GCS Engineering</dc:creator>
  <cp:lastModifiedBy>Jianjun Shen</cp:lastModifiedBy>
  <cp:revision>4</cp:revision>
  <dcterms:created xsi:type="dcterms:W3CDTF">2026-03-13T00:51:58Z</dcterms:created>
  <dcterms:modified xsi:type="dcterms:W3CDTF">2026-03-13T15:55:47Z</dcterms:modified>
</cp:coreProperties>
</file>